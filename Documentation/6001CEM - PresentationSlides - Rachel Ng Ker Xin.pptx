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Proxima Nova"/>
      <p:regular r:id="rId24"/>
      <p:bold r:id="rId25"/>
      <p:italic r:id="rId26"/>
      <p:boldItalic r:id="rId27"/>
    </p:embeddedFont>
    <p:embeddedFont>
      <p:font typeface="Alfa Slab One"/>
      <p:regular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ProximaNova-regular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roximaNova-italic.fntdata"/><Relationship Id="rId25" Type="http://schemas.openxmlformats.org/officeDocument/2006/relationships/font" Target="fonts/ProximaNova-bold.fntdata"/><Relationship Id="rId28" Type="http://schemas.openxmlformats.org/officeDocument/2006/relationships/font" Target="fonts/AlfaSlabOne-regular.fntdata"/><Relationship Id="rId27" Type="http://schemas.openxmlformats.org/officeDocument/2006/relationships/font" Target="fonts/ProximaNova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993f96ed87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993f96ed87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993f96ed87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993f96ed87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993f96ed87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993f96ed87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993f96ed87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993f96ed87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993f96ed87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993f96ed87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93f96ed87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993f96ed87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2fa0d50f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a2fa0d50f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2fa0d50f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a2fa0d50f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2fa0d50f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a2fa0d50f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2fa0d50f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a2fa0d50f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2fa0d50f2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a2fa0d50f2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97527e52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997527e52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997527e52d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997527e52d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997527e52d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997527e52d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997527e52d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997527e52d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997527e52d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997527e52d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997527e52d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997527e52d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Development Of E-Commerce Website For Maison Sakura Bakery</a:t>
            </a:r>
            <a:endParaRPr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Developed by Rachel Ng Ker Xin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Small family-owned bakery facing low sales due to isolated location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Limited walk-in customers and local visibility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Plans to expand business through online shopping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Currently Struggles with: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- Manual Transaction processing - causes input errors &amp; processing delays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- Weak digital branding &amp; poor online marketing - limits customer retention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-    Needs an e-commerce website to improve online visibility &amp; customer reach,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    Speed up order processing, enhance customer service quality &amp; strengthen digital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    Branding and competitiveness                            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To develop a responsive e-commerce website featuring detailed product descriptions, robust search functionality, secure checkout options (including e-wallets and credit cards), and real-time order tracking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To implement a computerised admin dashboard to manage stock, process orders efficiently and store customer data such as purchase history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To improve website effectiveness by increasing the rates of checkout completions, optimizing page load speed and ensuring full accessibility compliance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Scope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Develop a fully responsive e-commerce website with easy-to-navigate catalogue and high quality products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Integrate secure multi-payment options (credit/debit cards) for safe transactions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Enable customer account management with purchase history and real-time order tracking for transparency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Provide an admin dashboard to manage inventory, process orders and monitor customer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Focus on essential e-commerce functionalities while excluding mobile app development, marketing automation and third party integration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600"/>
              <a:t>Review Area 1 - Key E-Commerce Components</a:t>
            </a:r>
            <a:endParaRPr sz="2600"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User Experience &amp; Interface Design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Payment &amp; Checkout Efficiency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Inventory &amp; Order Management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Delivery &amp; Customer Engagement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Review Area 2 - 3 Existing Systems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Hogan Bakery - Limited online </a:t>
            </a:r>
            <a:r>
              <a:rPr lang="en"/>
              <a:t>transactions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Kenny Hills Bakers - Lacks real-time processing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Lavender Bakery - Good User Experience but limited responsiveness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Review Area 3 - Methodologies &amp; Tools</a:t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Waterfall, Agile &amp; RAD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Frontend - HTML, CSS &amp; Javascript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Backend - PHP, MYSQL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IDEs - Visual Studio Code, Apache Netbeans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Waterfall Model</a:t>
            </a:r>
            <a:endParaRPr/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Requirements - survey on customer needs &amp; expectations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Design - UML diagrams, ERD &amp; prototypes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Implementation - frontend &amp; backend coding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Testing - functional &amp; non-functional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Deployment - live web hosting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Maintenance - updates &amp; security patches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Case Diagram</a:t>
            </a:r>
            <a:endParaRPr/>
          </a:p>
        </p:txBody>
      </p:sp>
      <p:pic>
        <p:nvPicPr>
          <p:cNvPr id="105" name="Google Shape;10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8025" y="1017725"/>
            <a:ext cx="4193725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Flowchart for customer &amp; admin</a:t>
            </a:r>
            <a:endParaRPr/>
          </a:p>
        </p:txBody>
      </p:sp>
      <p:pic>
        <p:nvPicPr>
          <p:cNvPr id="111" name="Google Shape;11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8373" y="943725"/>
            <a:ext cx="1569094" cy="412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62599" y="1636101"/>
            <a:ext cx="4813700" cy="274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ERD</a:t>
            </a:r>
            <a:endParaRPr/>
          </a:p>
        </p:txBody>
      </p:sp>
      <p:pic>
        <p:nvPicPr>
          <p:cNvPr id="118" name="Google Shape;11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9975" y="1089450"/>
            <a:ext cx="6195899" cy="373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Customer Module</a:t>
            </a:r>
            <a:endParaRPr/>
          </a:p>
        </p:txBody>
      </p:sp>
      <p:sp>
        <p:nvSpPr>
          <p:cNvPr id="124" name="Google Shape;124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Visit Home Page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Browse Products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Add to cart, view cart &amp; checkout with payment options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Track order &amp; manage profile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Contact form for inquires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View about page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View terms &amp; conditions and privacy policy page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Admin &amp; </a:t>
            </a:r>
            <a:r>
              <a:rPr lang="en"/>
              <a:t>Super Admin</a:t>
            </a:r>
            <a:r>
              <a:rPr lang="en"/>
              <a:t> Module</a:t>
            </a:r>
            <a:endParaRPr/>
          </a:p>
        </p:txBody>
      </p:sp>
      <p:sp>
        <p:nvSpPr>
          <p:cNvPr id="130" name="Google Shape;130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View dashboard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Manage products, customer orders, raw items, customer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View &amp; reply messages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Manage admin profile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View terms &amp; conditions and privacy policy page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superadmin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Manage admin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View Audit logs &amp; reports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 conducted</a:t>
            </a:r>
            <a:endParaRPr/>
          </a:p>
        </p:txBody>
      </p:sp>
      <p:sp>
        <p:nvSpPr>
          <p:cNvPr id="136" name="Google Shape;136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Unit testing (functional)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Integration testing (functional)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Performance testing - CPU, memory &amp; network (non functional)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Results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Every functional modules passed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Stable performance under load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Low memory usage for static pages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Higher usage for checkout//product page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Positive customer feedback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</a:t>
            </a:r>
            <a:endParaRPr/>
          </a:p>
        </p:txBody>
      </p:sp>
      <p:sp>
        <p:nvSpPr>
          <p:cNvPr id="142" name="Google Shape;142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50">
                <a:solidFill>
                  <a:srgbClr val="000000"/>
                </a:solidFill>
              </a:rPr>
              <a:t>Achievements:</a:t>
            </a:r>
            <a:endParaRPr b="1" sz="7250">
              <a:solidFill>
                <a:srgbClr val="000000"/>
              </a:solidFill>
            </a:endParaRPr>
          </a:p>
          <a:p>
            <a:pPr indent="-343693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Proxima Nova"/>
              <a:buAutoNum type="arabicPeriod"/>
            </a:pPr>
            <a:r>
              <a:rPr lang="en" sz="7250">
                <a:solidFill>
                  <a:srgbClr val="000000"/>
                </a:solidFill>
              </a:rPr>
              <a:t>Successful website implementation</a:t>
            </a:r>
            <a:endParaRPr sz="7250">
              <a:solidFill>
                <a:srgbClr val="000000"/>
              </a:solidFill>
            </a:endParaRPr>
          </a:p>
          <a:p>
            <a:pPr indent="-343693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Proxima Nova"/>
              <a:buAutoNum type="arabicPeriod"/>
            </a:pPr>
            <a:r>
              <a:rPr lang="en" sz="7250">
                <a:solidFill>
                  <a:srgbClr val="000000"/>
                </a:solidFill>
              </a:rPr>
              <a:t>Secure transactions and real-time tracking</a:t>
            </a:r>
            <a:endParaRPr sz="7250">
              <a:solidFill>
                <a:srgbClr val="000000"/>
              </a:solidFill>
            </a:endParaRPr>
          </a:p>
          <a:p>
            <a:pPr indent="-343693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Proxima Nova"/>
              <a:buAutoNum type="arabicPeriod"/>
            </a:pPr>
            <a:r>
              <a:rPr lang="en" sz="7250">
                <a:solidFill>
                  <a:srgbClr val="000000"/>
                </a:solidFill>
              </a:rPr>
              <a:t>Improved user experience</a:t>
            </a:r>
            <a:endParaRPr sz="725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7250">
                <a:solidFill>
                  <a:srgbClr val="000000"/>
                </a:solidFill>
              </a:rPr>
              <a:t>Limitations:</a:t>
            </a:r>
            <a:endParaRPr b="1" sz="7250">
              <a:solidFill>
                <a:srgbClr val="000000"/>
              </a:solidFill>
            </a:endParaRPr>
          </a:p>
          <a:p>
            <a:pPr indent="-343693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Proxima Nova"/>
              <a:buAutoNum type="arabicPeriod"/>
            </a:pPr>
            <a:r>
              <a:rPr lang="en" sz="7250">
                <a:solidFill>
                  <a:srgbClr val="000000"/>
                </a:solidFill>
              </a:rPr>
              <a:t>No mobile app</a:t>
            </a:r>
            <a:endParaRPr sz="7250">
              <a:solidFill>
                <a:srgbClr val="000000"/>
              </a:solidFill>
            </a:endParaRPr>
          </a:p>
          <a:p>
            <a:pPr indent="-343693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Proxima Nova"/>
              <a:buAutoNum type="arabicPeriod"/>
            </a:pPr>
            <a:r>
              <a:rPr lang="en" sz="7250">
                <a:solidFill>
                  <a:srgbClr val="000000"/>
                </a:solidFill>
              </a:rPr>
              <a:t>Lacks multi-language support</a:t>
            </a:r>
            <a:endParaRPr sz="725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7250">
                <a:solidFill>
                  <a:srgbClr val="000000"/>
                </a:solidFill>
              </a:rPr>
              <a:t>Future Enhancements:</a:t>
            </a:r>
            <a:endParaRPr b="1" sz="7250">
              <a:solidFill>
                <a:srgbClr val="000000"/>
              </a:solidFill>
            </a:endParaRPr>
          </a:p>
          <a:p>
            <a:pPr indent="-343693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Proxima Nova"/>
              <a:buAutoNum type="arabicPeriod"/>
            </a:pPr>
            <a:r>
              <a:rPr lang="en" sz="7250">
                <a:solidFill>
                  <a:srgbClr val="000000"/>
                </a:solidFill>
              </a:rPr>
              <a:t>Loyalty &amp; reward system</a:t>
            </a:r>
            <a:endParaRPr sz="7250">
              <a:solidFill>
                <a:srgbClr val="000000"/>
              </a:solidFill>
            </a:endParaRPr>
          </a:p>
          <a:p>
            <a:pPr indent="-343693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Proxima Nova"/>
              <a:buAutoNum type="arabicPeriod"/>
            </a:pPr>
            <a:r>
              <a:rPr lang="en" sz="7250">
                <a:solidFill>
                  <a:srgbClr val="000000"/>
                </a:solidFill>
              </a:rPr>
              <a:t>Real-time order tracking integration</a:t>
            </a:r>
            <a:endParaRPr sz="7250">
              <a:solidFill>
                <a:srgbClr val="000000"/>
              </a:solidFill>
            </a:endParaRPr>
          </a:p>
          <a:p>
            <a:pPr indent="-343693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Proxima Nova"/>
              <a:buAutoNum type="arabicPeriod"/>
            </a:pPr>
            <a:r>
              <a:rPr lang="en" sz="7250">
                <a:solidFill>
                  <a:srgbClr val="000000"/>
                </a:solidFill>
              </a:rPr>
              <a:t>Mobile application development</a:t>
            </a:r>
            <a:endParaRPr sz="725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Reflection</a:t>
            </a:r>
            <a:endParaRPr/>
          </a:p>
        </p:txBody>
      </p:sp>
      <p:sp>
        <p:nvSpPr>
          <p:cNvPr id="148" name="Google Shape;148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Gained strong technical and analytical skills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Learned full stack web development - HTML, CSS, Javascript, PHP, SQL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Improved problem solving and testing skills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Overcome challenges in debugging and system integration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54" name="Google Shape;154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Project achieved objectives successfully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Developed a fully functional e-commerce website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Improved bakery’s digital </a:t>
            </a:r>
            <a:r>
              <a:rPr lang="en"/>
              <a:t>presence</a:t>
            </a:r>
            <a:r>
              <a:rPr lang="en"/>
              <a:t> &amp; operational efficiency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Future work to expand features and mobile reach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0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160" name="Google Shape;160;p30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Have a nice day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